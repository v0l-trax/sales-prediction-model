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– 03 | Python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sales prediction model using historical sales-related data.</a:t>
            </a:r>
          </a:p>
          <a:p>
            <a:pPr>
              <a:defRPr sz="2200"/>
            </a:pPr>
            <a:r>
              <a:t>Preprocess missing and categorical data using Pandas, NumPy and Scikit-learn.</a:t>
            </a:r>
          </a:p>
          <a:p>
            <a:pPr>
              <a:defRPr sz="2200"/>
            </a:pPr>
            <a:r>
              <a:t>Train regression models and compare their performance.</a:t>
            </a:r>
          </a:p>
          <a:p>
            <a:pPr>
              <a:defRPr sz="2200"/>
            </a:pPr>
            <a:r>
              <a:t>Provide a small dashboard for live sales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1,000 synthetic historical sales records.</a:t>
            </a:r>
          </a:p>
          <a:p>
            <a:pPr>
              <a:defRPr sz="2200"/>
            </a:pPr>
            <a:r>
              <a:t>Numerical features: Month, Quantity, Unit Price, Advertising Spend, Discount, Customers.</a:t>
            </a:r>
          </a:p>
          <a:p>
            <a:pPr>
              <a:defRPr sz="2200"/>
            </a:pPr>
            <a:r>
              <a:t>Categorical features: Region, Product Category, Sales Channel.</a:t>
            </a:r>
          </a:p>
          <a:p>
            <a:pPr>
              <a:defRPr sz="2200"/>
            </a:pPr>
            <a:r>
              <a:t>Target variable: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Loaded the CSV dataset using Pandas.</a:t>
            </a:r>
          </a:p>
          <a:p>
            <a:pPr>
              <a:defRPr sz="2200"/>
            </a:pPr>
            <a:r>
              <a:t>Checked and handled missing numerical values using median imputation.</a:t>
            </a:r>
          </a:p>
          <a:p>
            <a:pPr>
              <a:defRPr sz="2200"/>
            </a:pPr>
            <a:r>
              <a:t>Handled missing categorical values using the most frequent category.</a:t>
            </a:r>
          </a:p>
          <a:p>
            <a:pPr>
              <a:defRPr sz="2200"/>
            </a:pPr>
            <a:r>
              <a:t>Encoded categorical variables using One-Hot Encoding.</a:t>
            </a:r>
          </a:p>
          <a:p>
            <a:pPr>
              <a:defRPr sz="2200"/>
            </a:pPr>
            <a:r>
              <a:t>Split the data into 80% training and 20% testing 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Linear Regression — baseline regression model.</a:t>
            </a:r>
          </a:p>
          <a:p>
            <a:pPr>
              <a:defRPr sz="2200"/>
            </a:pPr>
            <a:r>
              <a:t>Decision Tree Regressor — learns non-linear decision rules.</a:t>
            </a:r>
          </a:p>
          <a:p>
            <a:pPr>
              <a:defRPr sz="2200"/>
            </a:pPr>
            <a:r>
              <a:t>Random Forest Regressor — combines multiple decision trees.</a:t>
            </a:r>
          </a:p>
          <a:p>
            <a:pPr>
              <a:defRPr sz="2200"/>
            </a:pPr>
            <a:r>
              <a:t>All models were trained using the same preprocessing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554480"/>
          <a:ext cx="10149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  <a:gridCol w="2537460"/>
                <a:gridCol w="2537460"/>
              </a:tblGrid>
              <a:tr h="73152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RMSE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₹40,618.44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₹55,385.90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₹57,750.09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₹78,054.15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₹41,430.56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₹59,143.79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Actual vs Predicted Sales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50392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dashboard accepts month, region, product, channel, quantity, price, advertising spend, discount and customer inputs.</a:t>
            </a:r>
          </a:p>
          <a:p>
            <a:pPr>
              <a:defRPr sz="2200"/>
            </a:pPr>
            <a:r>
              <a:t>A trained Random Forest model processes the inputs.</a:t>
            </a:r>
          </a:p>
          <a:p>
            <a:pPr>
              <a:defRPr sz="2200"/>
            </a:pPr>
            <a:r>
              <a:t>The dashboard displays an estimated sales value instantly.</a:t>
            </a:r>
          </a:p>
          <a:p>
            <a:pPr>
              <a:defRPr sz="2200"/>
            </a:pPr>
            <a:r>
              <a:t>This provides a simple interface for demonstrating the prediction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an end-to-end machine-learning workflow for sales forecasting.</a:t>
            </a:r>
          </a:p>
          <a:p>
            <a:pPr>
              <a:defRPr sz="2200"/>
            </a:pPr>
            <a:r>
              <a:t>Data preprocessing makes numerical and categorical features suitable for modelling.</a:t>
            </a:r>
          </a:p>
          <a:p>
            <a:pPr>
              <a:defRPr sz="2200"/>
            </a:pPr>
            <a:r>
              <a:t>Multiple regression algorithms can be compared using R², MAE and RMSE.</a:t>
            </a:r>
          </a:p>
          <a:p>
            <a:pPr>
              <a:defRPr sz="2200"/>
            </a:pPr>
            <a:r>
              <a:t>The Streamlit dashboard turns the trained model into a simple interactive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Pandas and NumPy</a:t>
            </a:r>
          </a:p>
          <a:p>
            <a:pPr>
              <a:defRPr sz="2200"/>
            </a:pPr>
            <a:r>
              <a:t>Scikit-learn</a:t>
            </a:r>
          </a:p>
          <a:p>
            <a:pPr>
              <a:defRPr sz="2200"/>
            </a:pPr>
            <a:r>
              <a:t>Matplotlib</a:t>
            </a:r>
          </a:p>
          <a:p>
            <a:pPr>
              <a:defRPr sz="2200"/>
            </a:pPr>
            <a:r>
              <a:t>Streamlit</a:t>
            </a:r>
          </a:p>
          <a:p>
            <a:pPr>
              <a:defRPr sz="2200"/>
            </a:pPr>
            <a:r>
              <a:t>PowerPoint for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